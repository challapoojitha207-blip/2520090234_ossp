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in the viewing: mkfifo() is not in the submitted code, so Named FIFO is shown as planned. The existing poll() loop already multiplexes two descriptors, which is why adding a third is a small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captured by running the submitted C file in a Linux environment. During the live demo, use your own terminal — the PIDs will be different. You can paste a screenshot of your own run over this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·  25CS2104E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Signal-Based Process Communication and Control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parent-controlled multi-process system that creates, signals, monitors and cleans up child processes using POSIX signals, process groups and pipe IPC.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00C2A8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4023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  ·  SECTION 13  ·  B.Tech CSIT, II Year  ·  2026–27, Term 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17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2520090226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Lahari Namala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617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2520090236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Keathana Vikashini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2520090234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Poojitha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4983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2520080024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Bhagya Sri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(GCC)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signals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· waitpid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· poll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5669280"/>
            <a:ext cx="1188720" cy="329184"/>
          </a:xfrm>
          <a:prstGeom prst="roundRect">
            <a:avLst>
              <a:gd name="adj" fmla="val 41667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5669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1097280"/>
            <a:ext cx="1051560" cy="105156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1349654"/>
            <a:ext cx="546811" cy="546811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60120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 flipH="1">
            <a:off x="9006840" y="2514600"/>
            <a:ext cx="1120140" cy="68580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95360" y="3200400"/>
            <a:ext cx="822960" cy="822960"/>
          </a:xfrm>
          <a:prstGeom prst="ellipse">
            <a:avLst/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870" y="3397910"/>
            <a:ext cx="427939" cy="42793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45820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10126980" y="2514600"/>
            <a:ext cx="0" cy="68580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715500" y="3200400"/>
            <a:ext cx="822960" cy="822960"/>
          </a:xfrm>
          <a:prstGeom prst="ellipse">
            <a:avLst/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010" y="3397910"/>
            <a:ext cx="427939" cy="427939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57834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126980" y="2514600"/>
            <a:ext cx="1120140" cy="68580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835640" y="3200400"/>
            <a:ext cx="822960" cy="822960"/>
          </a:xfrm>
          <a:prstGeom prst="ellipse">
            <a:avLst/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3150" y="3397910"/>
            <a:ext cx="427939" cy="427939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69848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8595360" y="47091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595360" y="47091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646920" y="47091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646920" y="47091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SIGUSR2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10698480" y="470916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698480" y="47091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SIGSTOP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8595360" y="512064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8595360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SIGCONT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9646920" y="512064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9646920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10698480" y="5120640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1C2144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0698480" y="5120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Review-2 Requirements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evaluators expect — and where this deck shows 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4173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Review-2 instruction: </a:t>
            </a:r>
            <a:pPr indent="0" marL="0">
              <a:buNone/>
            </a:pPr>
            <a:r>
              <a:rPr lang="en-US" sz="15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code and the latest updates / progress of the project, and demonstrate and satisfy the requirements of all three COs — CO1, CO2 and CO3.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3529584" cy="3520440"/>
          </a:xfrm>
          <a:prstGeom prst="roundRect">
            <a:avLst>
              <a:gd name="adj" fmla="val 2078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816352"/>
            <a:ext cx="822960" cy="329184"/>
          </a:xfrm>
          <a:prstGeom prst="roundRect">
            <a:avLst>
              <a:gd name="adj" fmla="val 41667"/>
            </a:avLst>
          </a:prstGeom>
          <a:solidFill>
            <a:srgbClr val="00C2A8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816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as a Service Layer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310128"/>
            <a:ext cx="3163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service abstraction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 vs kernel space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and kernel services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as a user-space program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execution journey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programming fundamentals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5321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· kill · waitpid · pipe · sigaction · /proc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2651760"/>
            <a:ext cx="3529584" cy="3520440"/>
          </a:xfrm>
          <a:prstGeom prst="roundRect">
            <a:avLst>
              <a:gd name="adj" fmla="val 2078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2816352"/>
            <a:ext cx="822960" cy="329184"/>
          </a:xfrm>
          <a:prstGeom prst="roundRect">
            <a:avLst>
              <a:gd name="adj" fmla="val 41667"/>
            </a:avLst>
          </a:prstGeom>
          <a:solidFill>
            <a:srgbClr val="4DA3F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53128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67528" y="2816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Process Control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453128" y="3310128"/>
            <a:ext cx="3163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abstraction and lifecycle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→ execution → synchronization → termination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scheduling concepts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primitives and pitfalls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53128" y="55321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parent + 3 children · process group · waitpid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91856" y="2651760"/>
            <a:ext cx="3529584" cy="3520440"/>
          </a:xfrm>
          <a:prstGeom prst="roundRect">
            <a:avLst>
              <a:gd name="adj" fmla="val 2078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74736" y="2816352"/>
            <a:ext cx="822960" cy="329184"/>
          </a:xfrm>
          <a:prstGeom prst="roundRect">
            <a:avLst>
              <a:gd name="adj" fmla="val 41667"/>
            </a:avLst>
          </a:prstGeom>
          <a:solidFill>
            <a:srgbClr val="B78CFF"/>
          </a:solidFill>
          <a:ln w="9525">
            <a:solidFill>
              <a:srgbClr val="B78C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74736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89136" y="2816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IPC, Signals and Process Groups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174736" y="3310128"/>
            <a:ext cx="3163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pipes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pipes (FIFOs)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and asynchronous notification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signal handlers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groups, sessions, job control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174736" y="55321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signals · pipe + poll · FIFO remaining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process control and communication are needed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Linux applications need a lightweight way to notify processes of events and to change their behaviour. Signals do this — but with several child processes running, the parent must also monitor their state, control them individually or together, and clean them up safely.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458968" cy="1691640"/>
          </a:xfrm>
          <a:prstGeom prst="roundRect">
            <a:avLst>
              <a:gd name="adj" fmla="val 4324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43200"/>
            <a:ext cx="594360" cy="59436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88584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724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handlers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072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that call unsafe functions can corrupt program state.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5661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only set sig_atomic_t flags; real work happens in the main loop.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81344" y="2560320"/>
            <a:ext cx="5458968" cy="1691640"/>
          </a:xfrm>
          <a:prstGeom prst="roundRect">
            <a:avLst>
              <a:gd name="adj" fmla="val 4324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64224" y="2743200"/>
            <a:ext cx="594360" cy="59436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2885846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41464" y="2724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141464" y="3072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can arrive between checking a flag and going to sleep.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141464" y="35661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sigprocmask() blocks signals; sigsuspend() unblocks and sleeps atomically.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389120"/>
            <a:ext cx="5458968" cy="1691640"/>
          </a:xfrm>
          <a:prstGeom prst="roundRect">
            <a:avLst>
              <a:gd name="adj" fmla="val 4324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4714646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08760" y="4553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of children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508760" y="49011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know which child is running, stopped or gone.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1508760" y="5394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+ waitpid() flags and /proc/[pid]/status report every state.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81344" y="4389120"/>
            <a:ext cx="5458968" cy="1691640"/>
          </a:xfrm>
          <a:prstGeom prst="roundRect">
            <a:avLst>
              <a:gd name="adj" fmla="val 4324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64224" y="4572000"/>
            <a:ext cx="594360" cy="59436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4714646"/>
            <a:ext cx="309067" cy="309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1464" y="4553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control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141464" y="49011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should pause, resume, report and exit — not just be killed.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141464" y="53949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SIGSTOP/SIGCONT/SIGUSR1/2, then SIGTERM and waitpid() on quit.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objectives — each mapped to what the prototype does today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7538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1618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creates 1 parent + 3 children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141732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17538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66360" y="1618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 sends SIGSTOP / SIGCONT by child or group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175381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55280" y="1618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sigaction() handlers for SIGUSR1/2, SIGCONT, SIGTERM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15400" y="141732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98280" y="160020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899" y="17538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44200" y="1618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0982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0982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report events to the parent over an anonymous pipe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384048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4176979"/>
            <a:ext cx="332842" cy="33284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377440" y="4041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73152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73152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/proc/[pid]/status and waitpid() state reports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3337560" y="384048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520440" y="402336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4059" y="4176979"/>
            <a:ext cx="332842" cy="33284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166360" y="4041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352044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termination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352044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SIGCONT then SIGTERM to the whole process group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6126480" y="384048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309360" y="402336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979" y="4176979"/>
            <a:ext cx="332842" cy="33284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955280" y="4041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5" name="Text 36"/>
          <p:cNvSpPr txBox="1"/>
          <p:nvPr/>
        </p:nvSpPr>
        <p:spPr>
          <a:xfrm>
            <a:off x="630936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cleanup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630936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reaps every child — no zombies left</a:t>
            </a:r>
            <a:endParaRPr lang="en-US" sz="1250" dirty="0"/>
          </a:p>
        </p:txBody>
      </p:sp>
      <p:sp>
        <p:nvSpPr>
          <p:cNvPr id="47" name="Shape 38"/>
          <p:cNvSpPr/>
          <p:nvPr/>
        </p:nvSpPr>
        <p:spPr>
          <a:xfrm>
            <a:off x="8915400" y="3840480"/>
            <a:ext cx="2633472" cy="2240280"/>
          </a:xfrm>
          <a:prstGeom prst="roundRect">
            <a:avLst>
              <a:gd name="adj" fmla="val 3265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909828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coverage</a:t>
            </a:r>
            <a:endParaRPr lang="en-US" sz="1600" dirty="0"/>
          </a:p>
        </p:txBody>
      </p:sp>
      <p:sp>
        <p:nvSpPr>
          <p:cNvPr id="49" name="Shape 40"/>
          <p:cNvSpPr/>
          <p:nvPr/>
        </p:nvSpPr>
        <p:spPr>
          <a:xfrm>
            <a:off x="9098280" y="4434840"/>
            <a:ext cx="685800" cy="329184"/>
          </a:xfrm>
          <a:prstGeom prst="roundRect">
            <a:avLst>
              <a:gd name="adj" fmla="val 41667"/>
            </a:avLst>
          </a:prstGeom>
          <a:solidFill>
            <a:srgbClr val="00C2A8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098280" y="44348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300" dirty="0"/>
          </a:p>
        </p:txBody>
      </p:sp>
      <p:sp>
        <p:nvSpPr>
          <p:cNvPr id="51" name="Shape 42"/>
          <p:cNvSpPr/>
          <p:nvPr/>
        </p:nvSpPr>
        <p:spPr>
          <a:xfrm>
            <a:off x="9875520" y="4434840"/>
            <a:ext cx="685800" cy="329184"/>
          </a:xfrm>
          <a:prstGeom prst="roundRect">
            <a:avLst>
              <a:gd name="adj" fmla="val 41667"/>
            </a:avLst>
          </a:prstGeom>
          <a:solidFill>
            <a:srgbClr val="4DA3F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9875520" y="44348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300" dirty="0"/>
          </a:p>
        </p:txBody>
      </p:sp>
      <p:sp>
        <p:nvSpPr>
          <p:cNvPr id="53" name="Shape 44"/>
          <p:cNvSpPr/>
          <p:nvPr/>
        </p:nvSpPr>
        <p:spPr>
          <a:xfrm>
            <a:off x="10652760" y="4434840"/>
            <a:ext cx="685800" cy="329184"/>
          </a:xfrm>
          <a:prstGeom prst="roundRect">
            <a:avLst>
              <a:gd name="adj" fmla="val 41667"/>
            </a:avLst>
          </a:prstGeom>
          <a:solidFill>
            <a:srgbClr val="B78CFF"/>
          </a:solidFill>
          <a:ln w="9525">
            <a:solidFill>
              <a:srgbClr val="B78CFF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10652760" y="44348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909828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objectives are implemented in the C prototype. Named FIFO (CO3) is the one item still to add.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flow down to the children, events flow back up through the pipe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3317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Terminal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commands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50592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8862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A2415"/>
          </a:solidFill>
          <a:ln w="15875">
            <a:solidFill>
              <a:srgbClr val="FFB454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21792" y="38862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FIFO · mkfifo()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not in code yet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0" y="2788920"/>
            <a:ext cx="36576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60320" y="4343400"/>
            <a:ext cx="365760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dash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26080" y="1508760"/>
            <a:ext cx="2743200" cy="3337560"/>
          </a:xfrm>
          <a:prstGeom prst="roundRect">
            <a:avLst>
              <a:gd name="adj" fmla="val 2667"/>
            </a:avLst>
          </a:prstGeom>
          <a:solidFill>
            <a:srgbClr val="1C2144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089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CONTROLLER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20116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×3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setpgid()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poll()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stdin + pipe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handle_command() </a:t>
            </a:r>
            <a:pPr indent="0" marL="0">
              <a:buNone/>
            </a:pP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sigaction()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SIGCHLD, SIGINT, SIGTERM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 + report state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1508760"/>
            <a:ext cx="4599432" cy="3337560"/>
          </a:xfrm>
          <a:prstGeom prst="roundRect">
            <a:avLst>
              <a:gd name="adj" fmla="val 2192"/>
            </a:avLst>
          </a:prstGeom>
          <a:solidFill>
            <a:srgbClr val="1C2144"/>
          </a:solidFill>
          <a:ln w="19050">
            <a:solidFill>
              <a:srgbClr val="4DA3FF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722376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  ·  PGID = Child 1 PID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2011680"/>
            <a:ext cx="4142232" cy="777240"/>
          </a:xfrm>
          <a:prstGeom prst="roundRect">
            <a:avLst>
              <a:gd name="adj" fmla="val 11765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2632" y="2011680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handlers: SIGUSR1 · SIGUSR2 · SIGCONT · SIGTERM  |  sigsuspend()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69480" y="2926080"/>
            <a:ext cx="4142232" cy="777240"/>
          </a:xfrm>
          <a:prstGeom prst="roundRect">
            <a:avLst>
              <a:gd name="adj" fmla="val 11765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2632" y="2926080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handlers: SIGUSR1 · SIGUSR2 · SIGCONT · SIGTERM  |  sigsuspend()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269480" y="3840480"/>
            <a:ext cx="4142232" cy="777240"/>
          </a:xfrm>
          <a:prstGeom prst="roundRect">
            <a:avLst>
              <a:gd name="adj" fmla="val 11765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42632" y="3840480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handlers: SIGUSR1 · SIGUSR2 · SIGCONT · SIGTERM  |  sigsuspend()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· kill()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669280" y="2560320"/>
            <a:ext cx="13716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66928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· write()→read()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H="1">
            <a:off x="5669280" y="3520440"/>
            <a:ext cx="1371600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6692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(state change)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 flipH="1">
            <a:off x="5669280" y="4389120"/>
            <a:ext cx="1371600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926080" y="5138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99232" y="513892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/proc/[pid]/status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297680" y="4846320"/>
            <a:ext cx="0" cy="292608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B0E22"/>
          </a:solidFill>
          <a:ln w="12700">
            <a:solidFill>
              <a:srgbClr val="3A427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  ·   process table   ·   signal delivery   ·   pipe buffer   ·   procfs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taken from Review2_CO1_CO2_CO3_Partial_Prototype.c (510 lines)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6976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 the source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process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main() — poll loop, command dispatch, cleanup (L402)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child processes · fork()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CHILD_COUNT = 3; fork() in loop (L417); run_child() (L96)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setpgid() in run_child() (L103–107) and in main() (L437)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handlers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install_handler() → sigaction() (L69–78); child_signal_handler() (L47)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SIGUSR1, SIGUSR2, SIGSTOP, SIGCONT via kill() (L351, L371); SIGTERM (L388)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SIGCHLD + state reaping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parent_signal_handler(); reap_child_changes() with waitpid() (L227–233)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pipe IPC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pipe() (L410); send_event() write(); drain_child_events() read()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poll() multiplexing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poll() on stdin + pipe read end (L477)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print_proc_state() reads State: from /proc/[pid]/status (L263)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termination + reaping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terminate_children(): SIGCONT, SIGTERM to group, waitpid() loop (L381)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FIFO (mkfifo)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present in the current code — planned for the next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Timestamped event log · exec()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Review-1 items not yet implemented (see slide 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as a Service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never touches kernel data structures — it asks the OS for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./review2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1901952"/>
            <a:ext cx="274320" cy="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shell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901952"/>
            <a:ext cx="274320" cy="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+ exec()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starts the program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97880" y="1901952"/>
            <a:ext cx="274320" cy="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535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 program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controller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1901952"/>
            <a:ext cx="274320" cy="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987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· kill · pipe 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1901952"/>
            <a:ext cx="274320" cy="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21240" y="146304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94392" y="14630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real work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450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EXECUTION JOURNEY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8346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01752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171139"/>
            <a:ext cx="332842" cy="33284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7724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abstraction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20624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view: application → libc/POSIX interface → kernel. Our code asks for "a new process", "deliver this signal", "give me a pipe" — the kernel implements them.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4270248" y="28346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8848" y="301752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467" y="3171139"/>
            <a:ext cx="332842" cy="33284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4498848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= user-space program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4498848" y="420624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an ordinary process. It launches ./review2 with fork() + exec(). Our parent then plays a mini job-controller: it reads commands and signals its own children.</a:t>
            </a:r>
            <a:endParaRPr lang="en-US" sz="1450" dirty="0"/>
          </a:p>
        </p:txBody>
      </p:sp>
      <p:sp>
        <p:nvSpPr>
          <p:cNvPr id="35" name="Shape 31"/>
          <p:cNvSpPr/>
          <p:nvPr/>
        </p:nvSpPr>
        <p:spPr>
          <a:xfrm>
            <a:off x="7991856" y="28346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220456" y="3017520"/>
            <a:ext cx="640080" cy="6400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075" y="3171139"/>
            <a:ext cx="332842" cy="33284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220456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programming basics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8220456" y="420624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error-checked (perror), EINTR is handled, flags use volatile sig_atomic_t, and the pipe read end is set O_NONBLOCK.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Space and Kernel Space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software stack — every request crosses the system-call boundary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63040"/>
            <a:ext cx="5614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application (Review-2 prototype)  ·  bash shell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0" cy="36576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262D57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743200"/>
            <a:ext cx="5614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/ LINUX SYSTEM INTERFACE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· kill() · waitpid() · pipe() · read() · write() · sigaction() · setpgid() · poll()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760720" cy="0"/>
          </a:xfrm>
          <a:prstGeom prst="line">
            <a:avLst/>
          </a:prstGeom>
          <a:noFill/>
          <a:ln w="19050">
            <a:solidFill>
              <a:srgbClr val="FFB45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48640" y="38679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SYSTEM-CALL BOUNDARY  (user mode → kernel mode)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4160520"/>
            <a:ext cx="0" cy="228600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38912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2A2245"/>
          </a:solidFill>
          <a:ln w="15875">
            <a:solidFill>
              <a:srgbClr val="B7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4389120"/>
            <a:ext cx="5614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 ·  signal delivery  ·  IPC (pipe buffer)  ·  procfs / process state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5760720" cy="548640"/>
          </a:xfrm>
          <a:prstGeom prst="roundRect">
            <a:avLst>
              <a:gd name="adj" fmla="val 16667"/>
            </a:avLst>
          </a:prstGeom>
          <a:solidFill>
            <a:srgbClr val="0B0E22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5623560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463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PROJECT CALL REACHES A KERNEL SERVICE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83080"/>
          <a:ext cx="49651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16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 — new task, new PID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kill(pid | -pgid, sig)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delivery to one process or a 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waitpid()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state reporting and reaping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pipe() read() write()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pipe buffer — IPC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sigaction()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 a handler with the kernel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setpgid()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Process-group membership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/proc/[pid]/status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process state exposed as a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Calls Used in the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calls from the prototype and what each one asks the kernel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line from the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child process (copy of the parent)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pid_t pid = fork();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setpgid()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a process into a process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setpgid(pid, child_pgid)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signal to a PID, or a whole group (negative PID)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kill(-child_pgid, signal_number)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waitpid()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child exit / stop / continue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waitpid(-1, &amp;status, WNOHANG | WUNTRACED | WCONTINUED)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kernel-buffered one-way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pipe(event_pipe)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write() / read()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/ receive bytes through the 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write(event_fd, &amp;event, sizeof(event))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sigaction()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 signal handler reliably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sigaction(signal_number, &amp;action, NULL)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on stdin and the pipe 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poll(inputs, 2, -1)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sigprocmask() / sigsuspend()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signals, then wait for one atomically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A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sigsuspend(&amp;previous_mask)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Creation with fork()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parent, three children — PIDs tracked in children[] and the group in child_pgid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868680" cy="868680"/>
          </a:xfrm>
          <a:prstGeom prst="ellipse">
            <a:avLst/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203" y="1671523"/>
            <a:ext cx="451714" cy="4517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getpid() = Parent PID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flipH="1">
            <a:off x="1325880" y="3017520"/>
            <a:ext cx="1444752" cy="54864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#1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H="1">
            <a:off x="2743200" y="3017520"/>
            <a:ext cx="27432" cy="54864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0312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7627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#2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70632" y="3017520"/>
            <a:ext cx="1389888" cy="548640"/>
          </a:xfrm>
          <a:prstGeom prst="line">
            <a:avLst/>
          </a:prstGeom>
          <a:noFill/>
          <a:ln w="22225">
            <a:solidFill>
              <a:srgbClr val="00C2A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044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9359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#3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children[i].pid  ·  children[i].alive = 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93776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0292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0 in the child, child PID in the parent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child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becomes the process-group ID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</a:t>
            </a:r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== -1 → perror + shutdown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0" y="1463040"/>
            <a:ext cx="6611112" cy="3491484"/>
          </a:xfrm>
          <a:prstGeom prst="roundRect">
            <a:avLst>
              <a:gd name="adj" fmla="val 1571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66360" y="1536192"/>
            <a:ext cx="6336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— creating the three children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166360" y="1819656"/>
            <a:ext cx="6336792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CHILD_COUNT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event_pipe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run_child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event_pipe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3D7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alive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3D7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child_pgid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5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0" y="5166360"/>
            <a:ext cx="6611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closes the pipe read end and enters run_child(); the parent records the PID, marks the child alive and joins it to the group.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Lifecycle and State Transitions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triggered by a real mechanism in the code and visible in the kernel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262D57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47088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76272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262D57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9424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03904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3A2E14"/>
          </a:solidFill>
          <a:ln w="158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77056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02352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31536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262D57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59168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262D57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57616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86800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14332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59952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85248" y="1668780"/>
            <a:ext cx="329184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14432" y="1417320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14332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87584" y="14173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Reaped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212080"/>
                <a:gridCol w="4325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fork(); child installs handlers, then sends EVENT_READY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[event] … type=READY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waits in sigsuspend(); wakes on SIGUSR1 / SIGUSR2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State: S (sleeping)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&lt;n&gt; → kill(pid, SIGSTOP); waitpid(WUNTRACED)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[state] … STOPPED by signal 19 · State: T (stopped)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 &lt;n&gt; → SIGCONT; handler sets flag → EVENT_CONTINUED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[state] … CONTINUED and [event] … CONTINUED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work commands work again after resume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[event] … STATUS RESPONSE / WORK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SIGTERM → flag → EVENT_EXITING → _exit(EXIT_SUCCESS)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[event] … type=EXITING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terminate_children(): waitpid() loop, alive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[cleanup] reaped pid=…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State Monitoring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 of a child: the kernel’s /proc record and waitpid() status changes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035040" cy="1426464"/>
          </a:xfrm>
          <a:prstGeom prst="roundRect">
            <a:avLst>
              <a:gd name="adj" fmla="val 3846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904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print_proc_state()  —  reads the kernel’s view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73936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snprintf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"/proc/%ld/status"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strncmp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"State:"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"%s"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6035040" cy="1274064"/>
          </a:xfrm>
          <a:prstGeom prst="roundRect">
            <a:avLst>
              <a:gd name="adj" fmla="val 4306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99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reap_child_changes()  —  condensed excerpt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83280"/>
            <a:ext cx="57607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WNOHANG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WUNTRACED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WCONTINUED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WIFSTOPPED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"STOPPED by signal"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WIFCONTINUED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"CONTINUED"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alive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alive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WNOHANG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 the poll loop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WUNTRACED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children stopped by SIGSTOP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WCONTINUED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children resumed by SIGCONT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parent when to call waitpid()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4782312" cy="1722120"/>
          </a:xfrm>
          <a:prstGeom prst="roundRect">
            <a:avLst>
              <a:gd name="adj" fmla="val 3186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95160" y="149047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of the submitted code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746504"/>
            <a:ext cx="4507992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child=1 pid=115 alive=yes State:  S (sleeping)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child=2 pid=116 alive=yes State:  S (sleeping)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child=3 pid=117 alive=yes State:  S (sleeping)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stop to child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 child=3 pid=117 STOPPED by signal 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child=3 pid=117 alive=yes State:  T (stopped)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cont to child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 child=3 pid=117 CONTINUED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29184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of the submitted source on Linux. PIDs are assigned by the kernel and change on every run.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0" y="3886200"/>
            <a:ext cx="4782312" cy="1417320"/>
          </a:xfrm>
          <a:prstGeom prst="roundRect">
            <a:avLst>
              <a:gd name="adj" fmla="val 5161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393192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it: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sleeping in sigsuspend(), T = stopped by SIGSTOP. The /proc value and the waitpid() report agree — two independent confirmations.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Groups and Control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signal can target one child or every child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control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chosen child reacts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kill(children[index].pid, SIGSTOP)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41732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control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 with a negative PID reaches the whole group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9944" y="2194560"/>
            <a:ext cx="5001768" cy="960120"/>
          </a:xfrm>
          <a:prstGeom prst="roundRect">
            <a:avLst>
              <a:gd name="adj" fmla="val 9524"/>
            </a:avLst>
          </a:prstGeom>
          <a:solidFill>
            <a:srgbClr val="1C2144"/>
          </a:solidFill>
          <a:ln w="19050">
            <a:solidFill>
              <a:srgbClr val="4DA3F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592824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65976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93024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93224" y="23317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66376" y="23317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all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kill(-child_pgid, SIGUSR1)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6766560" cy="1274064"/>
          </a:xfrm>
          <a:prstGeom prst="roundRect">
            <a:avLst>
              <a:gd name="adj" fmla="val 4306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46227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run_child() — child joins the group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745736"/>
            <a:ext cx="649224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target_pgid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setpgid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EACCES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setpgid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target_pgid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EACCES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692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calls setpgid(pid, child_pgid) as well, so the group is correct whichever process runs first — this avoids a race.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0" y="4389120"/>
            <a:ext cx="4050792" cy="1463040"/>
          </a:xfrm>
          <a:prstGeom prst="roundRect">
            <a:avLst>
              <a:gd name="adj" fmla="val 5000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526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PGID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PID of Child 1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group = 115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the group, then reaps each child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Programming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signals — asynchronous notifications delivered by the kernel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6611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used in the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SIGUSR1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User-defined: “report status”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&lt;n|all&gt; → kill(); child handler sets flag → sends EVENT_STATUS over the 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SIGUSR2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User-defined: “do work”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&lt;n|all&gt; → child increments work_count → EVENT_WORK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SIGSTOP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a process (cannot be caught)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&lt;n|all&gt; → parent sees it via waitpid(WUNTRACED); /proc shows State: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SIGCONT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a stopped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 &lt;n|all&gt;; also sent before SIGTERM on quit; child sends EVENT_CONTINUED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SIGTERM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termination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 → kill(-pgid, SIGTERM); child sends EVENT_EXITING then _exit(); parent also handles SIGTERM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SIGCHLD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changed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handler sets a flag → main loop calls reap_child_changes()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handled: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(Ctrl+C) triggers graceful shutdown in the parent; children ignore it with signal(SIGINT, SIG_IGN).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Handler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code: sigaction() installs the handler; the handler only sets flags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760720" cy="4017264"/>
          </a:xfrm>
          <a:prstGeom prst="roundRect">
            <a:avLst>
              <a:gd name="adj" fmla="val 1366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child_signal_handler() and install_handler()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28216"/>
            <a:ext cx="5486400" cy="355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child_signal_handler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SIGUSR1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SIGUSR2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SIGCONT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child_got_cont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SIGTERM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child_got_term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3D7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install_handler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sa_handler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sa_flags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sigemptyset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sa_mask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5148072" cy="3102864"/>
          </a:xfrm>
          <a:prstGeom prst="roundRect">
            <a:avLst>
              <a:gd name="adj" fmla="val 1768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444752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run_child() — the child’s wait loop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728216"/>
            <a:ext cx="4873752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child_got_cont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child_got_term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sigsuspend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previous_mask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send_event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event_fd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EVENT_STATUS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work_count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child_got_usr2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work_count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4663440"/>
            <a:ext cx="5148072" cy="484632"/>
          </a:xfrm>
          <a:prstGeom prst="roundRect">
            <a:avLst>
              <a:gd name="adj" fmla="val 15094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663440"/>
            <a:ext cx="4892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Async-signal-safe:  </a:t>
            </a:r>
            <a:pPr indent="0" marL="0">
              <a:buNone/>
            </a:pPr>
            <a:r>
              <a:rPr lang="en-US" sz="11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only writes volatile sig_atomic_t flags.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5212080"/>
            <a:ext cx="5148072" cy="484632"/>
          </a:xfrm>
          <a:prstGeom prst="roundRect">
            <a:avLst>
              <a:gd name="adj" fmla="val 15094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5212080"/>
            <a:ext cx="4892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wake-up:  </a:t>
            </a:r>
            <a:pPr indent="0" marL="0">
              <a:buNone/>
            </a:pPr>
            <a:r>
              <a:rPr lang="en-US" sz="11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sigprocmask() blocks first; sigsuspend() unblocks and sleeps atomically.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5760720"/>
            <a:ext cx="5148072" cy="484632"/>
          </a:xfrm>
          <a:prstGeom prst="roundRect">
            <a:avLst>
              <a:gd name="adj" fmla="val 15094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5760720"/>
            <a:ext cx="4892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in main loop:  </a:t>
            </a:r>
            <a:pPr indent="0" marL="0">
              <a:buNone/>
            </a:pPr>
            <a:r>
              <a:rPr lang="en-US" sz="11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sends its event over the pipe, then loops back to wait.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Pipe IPC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write fixed-size events; the parent polls and reads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7160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20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62D57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1600200"/>
            <a:ext cx="1188720" cy="91440"/>
          </a:xfrm>
          <a:prstGeom prst="line">
            <a:avLst/>
          </a:prstGeom>
          <a:noFill/>
          <a:ln w="1905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2011680" y="1938528"/>
            <a:ext cx="1188720" cy="210312"/>
          </a:xfrm>
          <a:prstGeom prst="line">
            <a:avLst/>
          </a:prstGeom>
          <a:noFill/>
          <a:ln w="1905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011680" y="2194560"/>
            <a:ext cx="1188720" cy="502920"/>
          </a:xfrm>
          <a:prstGeom prst="line">
            <a:avLst/>
          </a:prstGeom>
          <a:noFill/>
          <a:ln w="1905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0" y="1508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4243F"/>
          </a:solidFill>
          <a:ln w="15875">
            <a:solidFill>
              <a:srgbClr val="4DA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73552" y="150876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 (kernel buffer)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pipe(event_pipe) · write end ⇒ read 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1938528"/>
            <a:ext cx="1005840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13716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22592" y="1371600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poll() → read()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0" y="1691640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62D57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0" y="1691640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62D57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0" y="1691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26880" y="2075688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62D57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0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0" y="2075688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62D57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0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26880" y="2459736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262D57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2459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2971800"/>
            <a:ext cx="5486400" cy="2036064"/>
          </a:xfrm>
          <a:prstGeom prst="roundRect">
            <a:avLst>
              <a:gd name="adj" fmla="val 2695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0449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side — send_event()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328416"/>
            <a:ext cx="521208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child_number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work_count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child_event_t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event_fd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perror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write"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971800"/>
            <a:ext cx="5468112" cy="1883664"/>
          </a:xfrm>
          <a:prstGeom prst="roundRect">
            <a:avLst>
              <a:gd name="adj" fmla="val 2913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3044952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side — poll() then read()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328416"/>
            <a:ext cx="5193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STDIN_FILENO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event_pipe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3D7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POLLHUP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drain_child_events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event_pipe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B7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bytes_read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event_fd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struct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write is small enough to be atomic, so events from 3 children never interleave mid-message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O_NONBLOCK + poll()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parent watches keyboard and pipe together without blocking on either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ends closed </a:t>
            </a:r>
            <a:pPr indent="0" marL="0">
              <a:buNone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parent closes the write end, children close the read end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FIFO — Planned Enhancement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pipes (FIFOs) are a CO3 topic and are not yet in the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347472"/>
            <a:ext cx="1033272" cy="457200"/>
          </a:xfrm>
          <a:prstGeom prst="roundRect">
            <a:avLst>
              <a:gd name="adj" fmla="val 20000"/>
            </a:avLst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0" y="34747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A2415"/>
          </a:solidFill>
          <a:ln w="158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REMAINING CO3 ENHANCEMENT  —  mkfifo() does not appear in the current source code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2A2415"/>
          </a:solidFill>
          <a:ln w="15875">
            <a:solidFill>
              <a:srgbClr val="FFB45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" y="219456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terminal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"work 2" &gt; fifo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724912"/>
            <a:ext cx="731520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1945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2A2415"/>
          </a:solidFill>
          <a:ln w="15875">
            <a:solidFill>
              <a:srgbClr val="FFB45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553712" y="219456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FIFO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mkfifo() · path in filesystem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724912"/>
            <a:ext cx="731520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2A2415"/>
          </a:solidFill>
          <a:ln w="15875">
            <a:solidFill>
              <a:srgbClr val="FFB45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485632" y="219456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poll() on a 3rd descriptor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1012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flow — not yet implemented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70408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pipe (implemented)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FIFO (planned)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mkfifo()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name in the filesystem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use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processes (parent ↔ children)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 processes, a second terminal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→ parent event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commands → parent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703320"/>
            <a:ext cx="3822192" cy="2286000"/>
          </a:xfrm>
          <a:prstGeom prst="roundRect">
            <a:avLst>
              <a:gd name="adj" fmla="val 3200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1605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FIFO with mkfifo() and open it O_NONBLOCK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its descriptor to the existing poll() set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handle_command() for external commands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Command Menu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commands implemented in handle_command()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/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help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Prints: Commands: status|work|stop|cont &lt;1|2|3|all&gt;, list, quit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/proc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each child’s PID, alive flag and kernel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 &lt;n|all&gt;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replies with a STATUS RESPONSE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 &lt;n|all&gt;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increments work_count and reports a WORK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 &lt;n|all&gt;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Suspends the child (State: 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 &lt;n|all&gt;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Resumes the child; CONTINUED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SIGCONT + SIGTERM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cleanup of the whole group, then waitpid() reaping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371600"/>
            <a:ext cx="3502152" cy="3200400"/>
          </a:xfrm>
          <a:prstGeom prst="roundRect">
            <a:avLst>
              <a:gd name="adj" fmla="val 2286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187452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2 | 3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kill(children[i].pid, sig)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kill(-child_pgid, sig)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“Invalid command. Type help.”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parent starts graceful cleanup too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child </a:t>
            </a:r>
            <a:pPr indent="0" marL="0">
              <a:buNone/>
            </a:pPr>
            <a:r>
              <a:rPr lang="en-US" sz="13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“That child has already exited.”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there is no separate “term” command — SIGTERM is sent to the group when you quit.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once, then run the ten steps in order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Wextra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review2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Review2_CO1_CO2_CO3_Partial_Prototype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20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review2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7708392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point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Compile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… (command above)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./review2 — parent PID, group ID, 3 × READY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State: S (sleeping) for all children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SIGUSR1 → STATUS RESPONSE via the pipe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SIGUSR2 → WORK EVENT, work_count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SIGSTOP → “STOPPED by signal 19” via waitpid()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3 shows State: T (stopped)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 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SIGCONT → CONTINUED (waitpid + pipe event)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 all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kill(-pgid, SIGUSR1) → three responses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SIGCONT + SIGTERM to group; all children reaped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Output from a Sample 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the submitted source — PIDs are assigned by the kernel and differ on every run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223760" cy="4183380"/>
          </a:xfrm>
          <a:prstGeom prst="roundRect">
            <a:avLst>
              <a:gd name="adj" fmla="val 1311"/>
            </a:avLst>
          </a:prstGeom>
          <a:solidFill>
            <a:srgbClr val="0B0E22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447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./review2  (lines omitted with …)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00784"/>
            <a:ext cx="6949440" cy="372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PID=114, child process group=115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child=1 pid=115 type=READY work_count=0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C7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child=1 pid=115 alive=yes State:  S (sleeping)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status to child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child=1 pid=115 type=STATUS RESPONSE work_count=0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work to child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child=2 pid=116 type=WORK EVENT work_count=1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stop to child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 child=3 pid=117 STOPPED by signal 19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child=3 pid=117 alive=yes State:  T (stopped)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cont to child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 child=3 pid=117 CONTINUED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sent status to process group 115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 child=1 pid=115 type=STATUS RESPONSE work_count=0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C7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starting graceful cleanup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[cleanup] reaped pid=115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[cleanup] reaped pid=116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[cleanup] reaped pid=117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 all children reaped; prototype finished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0" y="1371600"/>
            <a:ext cx="3593592" cy="859536"/>
          </a:xfrm>
          <a:prstGeom prst="roundRect">
            <a:avLst>
              <a:gd name="adj" fmla="val 8511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[parent]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755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sent by the controller with kill()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40864"/>
            <a:ext cx="3593592" cy="859536"/>
          </a:xfrm>
          <a:prstGeom prst="roundRect">
            <a:avLst>
              <a:gd name="adj" fmla="val 8511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[event]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249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 child wrote into the pipe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310128"/>
            <a:ext cx="3593592" cy="859536"/>
          </a:xfrm>
          <a:prstGeom prst="roundRect">
            <a:avLst>
              <a:gd name="adj" fmla="val 8511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[state]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6941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reported by waitpid() (SIGCHLD path)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279392"/>
            <a:ext cx="3593592" cy="859536"/>
          </a:xfrm>
          <a:prstGeom prst="roundRect">
            <a:avLst>
              <a:gd name="adj" fmla="val 8511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D7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S / 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6634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state read from /proc/[pid]/status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5248656"/>
            <a:ext cx="3593592" cy="859536"/>
          </a:xfrm>
          <a:prstGeom prst="roundRect">
            <a:avLst>
              <a:gd name="adj" fmla="val 8511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5321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[cleanup]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6327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reaped the child — no zombie remains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CO-Wise Mapping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prototype satisfies each course outcome — with code evidence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6309360"/>
                <a:gridCol w="9418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covered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project / code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2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service layer · system calls · user/kernel interaction · shell · Linux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fork(), kill(), waitpid(), pipe(), read(), write(), sigaction(), setpgid(), poll() as system-call interfaces; /proc/[pid]/status as kernel state; program launched from the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–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2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A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· lifecycle · state transitions · process groups · termination · scheduling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 ×3 with children[] table; S → T → S states; waitpid(WUNTRACED | WCONTINUED); setpgid() + kill(-pgid); stop/cont decide which child runs; SIGTERM + waitpid() cleanup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21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8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· pipes · signals · handlers · process groups · FIFO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SIGUSR1/2, SIGSTOP, SIGCONT, SIGTERM, SIGCHLD; sigaction() handlers; pipe() + write() + read() + poll(); group signals with kill(-pgid). Remaining: Named FIFO (mkfifo); sessions / setsid() not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–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Job-control link: stop / cont use the same SIGSTOP / SIGCONT mechanism a shell uses for Ctrl+Z and fg.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Review-1 to Review-2 Progress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proposal to a working C prototype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REVIEW-1  — 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2144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320040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2144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1828800"/>
            <a:ext cx="320040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2144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95360" y="1828800"/>
            <a:ext cx="320040" cy="0"/>
          </a:xfrm>
          <a:prstGeom prst="line">
            <a:avLst/>
          </a:prstGeom>
          <a:noFill/>
          <a:ln w="19050">
            <a:solidFill>
              <a:srgbClr val="8B93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1540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2144"/>
          </a:solidFill>
          <a:ln w="15875">
            <a:solidFill>
              <a:srgbClr val="3A42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88552" y="160020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REVIEW-2  —  PROTOTYPE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prototype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47088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76272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9424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0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03904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7056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02352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31536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04688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9984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59168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0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57616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86800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59952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85248" y="2743200"/>
            <a:ext cx="32918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14432" y="251460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0F3A3A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87584" y="251460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29184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3429000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3DDC97"/>
          </a:solidFill>
          <a:ln w="9525">
            <a:solidFill>
              <a:srgbClr val="3DDC9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3429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38404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+ waitpid()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sigaction() handlers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sigprocmask() + sigsuspend()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kill()-based control, SIGCHLD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verification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Review-2: pipe + poll(), process groups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270248" y="329184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53128" y="3429000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FFB454"/>
          </a:solidFill>
          <a:ln w="9525">
            <a:solidFill>
              <a:srgbClr val="FFB45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53128" y="3429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453128" y="38404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table: the list command shows PID, alive flag and State (no “last signal” column)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chosen by child number 1–3; PIDs shown by list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91856" y="3291840"/>
            <a:ext cx="3529584" cy="2651760"/>
          </a:xfrm>
          <a:prstGeom prst="roundRect">
            <a:avLst>
              <a:gd name="adj" fmla="val 2759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4736" y="3429000"/>
            <a:ext cx="1097280" cy="310896"/>
          </a:xfrm>
          <a:prstGeom prst="roundRect">
            <a:avLst>
              <a:gd name="adj" fmla="val 44118"/>
            </a:avLst>
          </a:prstGeom>
          <a:solidFill>
            <a:srgbClr val="FF6B6B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74736" y="3429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174736" y="38404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FIFO (mkfifo)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log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exec()-based workers, getppid() / raise()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Repeated-signal-loss test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/ orphan demonstration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checks run against the prototype — all observed in a sample run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4233672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D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creation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./review2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PID, group ID, 3 ×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RESPONSE from child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Work-event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EVENT, work_count 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/ continue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3 → list → cont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by signal 19, State T, CONTINUED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1, stop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addressed child reacts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all, work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responses, one per child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event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[event] lines arrive through the 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(sleeping) / T (stopped) from /proc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/ reaping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3D7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[cleanup] reaped, prototype finished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Observed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4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test: repeated-signal loss (Review-1) and the Named FIFO path once implemented.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Review-2 demonstrates and what comes next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Signal-Based Process Control System  ·  Team 20  ·  Section 13  · 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1C2144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Linux process management, POSIX signals, IPC, process groups, kernel-state monitoring and safe process cleanup in a working C prototype.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822960" cy="384048"/>
          </a:xfrm>
          <a:prstGeom prst="roundRect">
            <a:avLst>
              <a:gd name="adj" fmla="val 35714"/>
            </a:avLst>
          </a:prstGeom>
          <a:solidFill>
            <a:srgbClr val="00C2A8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337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and user/kernel services in real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06240"/>
            <a:ext cx="822960" cy="384048"/>
          </a:xfrm>
          <a:prstGeom prst="roundRect">
            <a:avLst>
              <a:gd name="adj" fmla="val 35714"/>
            </a:avLst>
          </a:prstGeom>
          <a:solidFill>
            <a:srgbClr val="4DA3FF"/>
          </a:solidFill>
          <a:ln w="9525">
            <a:solidFill>
              <a:srgbClr val="4DA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2062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states, groups, termination, reaping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074920"/>
            <a:ext cx="822960" cy="384048"/>
          </a:xfrm>
          <a:prstGeom prst="roundRect">
            <a:avLst>
              <a:gd name="adj" fmla="val 35714"/>
            </a:avLst>
          </a:prstGeom>
          <a:solidFill>
            <a:srgbClr val="B78CFF"/>
          </a:solidFill>
          <a:ln w="9525">
            <a:solidFill>
              <a:srgbClr val="B78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74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5074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signals, sigaction handlers, pipe + poll IPC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4599432" cy="4754880"/>
          </a:xfrm>
          <a:prstGeom prst="roundRect">
            <a:avLst>
              <a:gd name="adj" fmla="val 1590"/>
            </a:avLst>
          </a:prstGeom>
          <a:solidFill>
            <a:srgbClr val="262D57"/>
          </a:solidFill>
          <a:ln w="9525">
            <a:solidFill>
              <a:srgbClr val="3A4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057400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Named FIFO (mkfifo) as the external command interface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timestamped event log from Review-1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robust error handling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3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integration and testing, including the repeated-signal-loss 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5532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B93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Signal-Based Process Communication and Control System - Review 2</dc:title>
  <dc:subject>PptxGenJS Presentation</dc:subject>
  <dc:creator>Team 20, Section 13</dc:creator>
  <cp:lastModifiedBy>Team 20, Section 13</cp:lastModifiedBy>
  <cp:revision>1</cp:revision>
  <dcterms:created xsi:type="dcterms:W3CDTF">2026-09-19T05:09:03Z</dcterms:created>
  <dcterms:modified xsi:type="dcterms:W3CDTF">2026-09-19T05:09:03Z</dcterms:modified>
</cp:coreProperties>
</file>